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03F"/>
                </a:solidFill>
                <a:latin typeface="Arial"/>
              </a:defRPr>
            </a:pPr>
            <a:r>
              <a:rPr lang="ja-JP" altLang="en-US" sz="1300" b="0" i="0" u="none" strike="noStrike">
                <a:solidFill>
                  <a:srgbClr val="22303F"/>
                </a:solidFill>
                <a:latin typeface="Arial"/>
              </a:rPr>
              <a:t>開発時間の比較（</a:t>
            </a:r>
            <a:r>
              <a:rPr lang="en-US" altLang="ja-JP" sz="1300" b="0" i="0" u="none" strike="noStrike">
                <a:solidFill>
                  <a:srgbClr val="22303F"/>
                </a:solidFill>
                <a:latin typeface="Arial"/>
              </a:rPr>
              <a:t>1</a:t>
            </a:r>
            <a:r>
              <a:rPr lang="ja-JP" altLang="en-US" sz="1300" b="0" i="0" u="none" strike="noStrike">
                <a:solidFill>
                  <a:srgbClr val="22303F"/>
                </a:solidFill>
                <a:latin typeface="Arial"/>
              </a:rPr>
              <a:t>日</a:t>
            </a:r>
            <a:r>
              <a:rPr lang="en-US" altLang="ja-JP" sz="1300" b="0" i="0" u="none" strike="noStrike">
                <a:solidFill>
                  <a:srgbClr val="22303F"/>
                </a:solidFill>
                <a:latin typeface="Arial"/>
              </a:rPr>
              <a:t>=8</a:t>
            </a:r>
            <a:r>
              <a:rPr lang="ja-JP" altLang="en-US" sz="1300" b="0" i="0" u="none" strike="noStrike">
                <a:solidFill>
                  <a:srgbClr val="22303F"/>
                </a:solidFill>
                <a:latin typeface="Arial"/>
              </a:rPr>
              <a:t>時間換算）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開発時間</c:v>
                </c:pt>
              </c:strCache>
            </c:strRef>
          </c:tx>
          <c:spPr>
            <a:solidFill>
              <a:srgbClr val="8A94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A94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D43-46F2-8011-78924844498B}"/>
              </c:ext>
            </c:extLst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D43-46F2-8011-78924844498B}"/>
              </c:ext>
            </c:extLst>
          </c:dPt>
          <c:dLbls>
            <c:numFmt formatCode="0&quot;h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2303F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AIなし（想定）</c:v>
                </c:pt>
                <c:pt idx="1">
                  <c:v>AIあり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D43-46F2-8011-7892484449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30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</c:scaling>
        <c:delete val="0"/>
        <c:axPos val="b"/>
        <c:majorGridlines>
          <c:spPr>
            <a:ln w="12700" cap="flat">
              <a:solidFill>
                <a:srgbClr val="E5E9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ja-JP" altLang="en-US" b="0" i="0" u="none" strike="noStrike">
                    <a:solidFill>
                      <a:srgbClr val="000000"/>
                    </a:solidFill>
                    <a:latin typeface="Arial"/>
                  </a:rPr>
                  <a:t>時間（</a:t>
                </a: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h）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1744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【約18秒】
就活生向けの支援サイトを開発しました。AI面接、ES添削、自己分析による企業マッチングを実装し、完成度は5段階中3です。
（一拍）
ただ今日お伝えしたいのは成果物そのものではなく、この開発を通じてAIをどう活用し、どう試行錯誤したかというプロセスです。
★強調：「成果物そのものではなく」で声のトーンを一段落とし、評価軸の転換を印象づける。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【約16秒】
一人でこの規模のサイトを作るには、通常2日ほどかかります。API通信やNext.jsの状態管理など、初学者にはハードルの高い要素も多くありました。
（一拍）
そこで、独力で抱え込むのではなく、AIと協働して開発サイクルを回す方針を選びました。
★強調：「独力で抱え込むのではなく」で声を落とし、「AIと協働して」で上げる。対比を声で作る。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【約15秒】
開発中に直面した壁は主に5つです。API通信、Next.jsの設計、状態管理、CSV読み込み、そして原因が見えにくいデバッグ。
（一拍）
特にデバッグは、エラーの再現条件が分からず、何度も同じ場所で詰まりました。
★強調：「デバッグ」を言うときに一番間を取る。次のスライドへの橋渡しになる言葉なので少し強めに。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【約22秒・ここが核心】
ここが今日の核心です。ChatGPTには仕様決定・アイデア出し・原因予測などの「考える」役割を、Claudeにはコード生成・デバッグ・修正などの「作る」役割を担わせました。
（一拍）
設計→実装→確認→エラー→原因分析→修正→再テストというサイクルを何度も回し、コードの8〜9割はAIが生成しています。
★強調：円環図のノードが出現する順に合わせて「設計→実装→確認→エラー→原因分析→修正→再テスト」を読み上げ、図と言葉を同期させる。「8〜9割はAIが生成」は数字が出た瞬間に言い切る。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【約22秒】
一番効果的だった工夫は、AIに曖昧に質問しないことです。「エラーが出ました」ではなく、いつ・どの画面で・何回目の操作で・ログとエラーメッセージ・関連コードまでまとめて渡す。
（一拍）
実際には『6問目でレスポンスが返らない、関連ファイルはこの3つ』というレベルまで具体化しました。これだけで解決率が大きく上がりました。
★強調：「解決率が大きく上がりました」を言い切りで終える。ここが工夫スライドの結論なので、少しゆっくり話す。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【約18秒】
結果として、想定2日かかる開発を約8時間に短縮できました。コードの8〜9割はAIが生成しています。
（一拍）
完成度は5段階中3で、まだ改善の余地はありますが、この短期間でここまで到達できたこと自体が、AI活用プロセスの成果だと考えています。
★強調：棒グラフが伸びきったタイミングで「8時間に短縮できました」を言う。完成度3/5は謙遜せず淡々と事実として述べる（正直さが評価される）。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【約15秒＋締め15秒】
ChatGPTとClaudeの役割を分け、開発サイクルを繰り返しました。曖昧に質問しないことが、AI活用の質を最も左右しました。開発時間は2日から8時間に短縮。
この発表で伝えたいのは、成果物の完成度よりも、AIとどう向き合ったかというプロセスそのものです。
（ここで一呼吸おいて、締めの言葉へ）
「今回の開発で実感したのは、AIは答えを出す道具ではなく、『問いの質』がそのまま成果の質になる相棒だということです。状況・ログ・意図まで言語化して渡すことで、開発は2日から8時間になりました。これからのAI時代に問われるのは技術力そのものより、正しく問いを立てる力だと思います。」
★強調：急がず、まとめのスライド文言と重ねながらゆっくり話す。最後の一文は聴衆の目を見て言い切る。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C2E5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2E5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548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AI活用授業 最終発表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AI活用で切り拓く、就活支援サイト開発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成果物ではなく、「AIをどう使い、どう試行錯誤したか」を伝える発表です。</a:t>
            </a:r>
            <a:endParaRPr lang="en-US" sz="15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87" y="3254807"/>
            <a:ext cx="202082" cy="20208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3154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AI面接（API利用）</a:t>
            </a:r>
            <a:endParaRPr lang="en-US" sz="13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87" y="3757727"/>
            <a:ext cx="202082" cy="2020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" y="3657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AIによるES添削・模範回答生成</a:t>
            </a:r>
            <a:endParaRPr lang="en-US" sz="13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080" y="4206240"/>
            <a:ext cx="310896" cy="31089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87" y="4260647"/>
            <a:ext cx="202082" cy="2020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4160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レーダーチャートで自己分析・企業マッチング</a:t>
            </a:r>
            <a:endParaRPr lang="en-US" sz="13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0C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Text 1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背景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なぜAI活用に踏み切ったのか</a:t>
            </a:r>
            <a:endParaRPr lang="en-US" sz="2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一人でこの規模を実装するのは重い。だからAIと協働する道を選んだ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202436" y="2286000"/>
            <a:ext cx="4206240" cy="301752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848356" y="2651760"/>
            <a:ext cx="914400" cy="914400"/>
          </a:xfrm>
          <a:prstGeom prst="ellipse">
            <a:avLst/>
          </a:prstGeom>
          <a:solidFill>
            <a:srgbClr val="8A94A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4096" y="28575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85316" y="37947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独力での開発</a:t>
            </a: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385316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>
                <a:solidFill>
                  <a:srgbClr val="8A94A6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想定</a:t>
            </a:r>
            <a:r>
              <a:rPr lang="en-US" sz="2000" b="1" dirty="0">
                <a:solidFill>
                  <a:srgbClr val="8A94A6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 約</a:t>
            </a:r>
            <a:r>
              <a:rPr lang="ja-JP" altLang="en-US" sz="2000" b="1" dirty="0">
                <a:solidFill>
                  <a:srgbClr val="8A94A6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１ヶ月以上</a:t>
            </a:r>
            <a:endParaRPr lang="en-US" sz="2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31036" y="4754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API通信・Next.js・状態管理など</a:t>
            </a:r>
            <a:endParaRPr lang="en-US" sz="11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初学者には壁の多い技術要素</a:t>
            </a:r>
            <a:endParaRPr lang="en-US" sz="11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500116" y="3794760"/>
            <a:ext cx="1188720" cy="18288"/>
          </a:xfrm>
          <a:prstGeom prst="line">
            <a:avLst/>
          </a:prstGeom>
          <a:noFill/>
          <a:ln w="38100">
            <a:solidFill>
              <a:srgbClr val="2EC4B6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637276" y="324612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637276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選択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780276" y="2286000"/>
            <a:ext cx="4206240" cy="3017520"/>
          </a:xfrm>
          <a:prstGeom prst="roundRect">
            <a:avLst>
              <a:gd name="adj" fmla="val 3636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426196" y="2651760"/>
            <a:ext cx="914400" cy="9144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936" y="285750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63156" y="37947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AIとの協働開発</a:t>
            </a: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963156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C4B6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開発サイクルを高速に</a:t>
            </a:r>
            <a:endParaRPr lang="en-US" sz="18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7008876" y="4754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設計・実装・検証・修正を</a:t>
            </a:r>
            <a:endParaRPr lang="en-US" sz="11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AIと繰り返し回す方針に</a:t>
            </a:r>
            <a:endParaRPr lang="en-US" sz="11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2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課題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開発で直面した5つの壁</a:t>
            </a:r>
            <a:endParaRPr lang="en-US" sz="2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特に「デバッグ」は原因の再現条件が分からず、何度も同じ場所で詰まった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2237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2130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187" y="2918079"/>
            <a:ext cx="427482" cy="4274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1381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API通信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91693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51586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0747" y="291807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0837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Next.jsの設計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11149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71042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307" y="291807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0293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状態管理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06056" y="2468880"/>
            <a:ext cx="1965960" cy="2286000"/>
          </a:xfrm>
          <a:prstGeom prst="roundRect">
            <a:avLst>
              <a:gd name="adj" fmla="val 4651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4988" y="2743200"/>
            <a:ext cx="777240" cy="77724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9867" y="2918079"/>
            <a:ext cx="427482" cy="4274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397496" y="40690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CSV読み込み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500616" y="2308860"/>
            <a:ext cx="1965960" cy="2606040"/>
          </a:xfrm>
          <a:prstGeom prst="roundRect">
            <a:avLst>
              <a:gd name="adj" fmla="val 4651"/>
            </a:avLst>
          </a:prstGeom>
          <a:solidFill>
            <a:srgbClr val="D64545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10099548" y="258318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4427" y="2758059"/>
            <a:ext cx="427482" cy="42748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592056" y="42291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デバッグ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3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23744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AI活用プロセス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ChatGPTとClaude、役割を分けた開発サイクル</a:t>
            </a:r>
            <a:endParaRPr lang="en-US" sz="2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設計から再テストまでを繰り返し、コードの80〜90%をAIが生成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675424" y="2899725"/>
            <a:ext cx="235101" cy="113219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10268" y="3845851"/>
            <a:ext cx="58065" cy="254400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Shape 6"/>
          <p:cNvSpPr/>
          <p:nvPr/>
        </p:nvSpPr>
        <p:spPr>
          <a:xfrm flipH="1">
            <a:off x="5290728" y="5166642"/>
            <a:ext cx="162695" cy="204013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Shape 7"/>
          <p:cNvSpPr/>
          <p:nvPr/>
        </p:nvSpPr>
        <p:spPr>
          <a:xfrm flipH="1">
            <a:off x="4062053" y="5867515"/>
            <a:ext cx="260942" cy="18288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Shape 8"/>
          <p:cNvSpPr/>
          <p:nvPr/>
        </p:nvSpPr>
        <p:spPr>
          <a:xfrm flipH="1" flipV="1">
            <a:off x="2907526" y="5216685"/>
            <a:ext cx="162695" cy="204013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Shape 9"/>
          <p:cNvSpPr/>
          <p:nvPr/>
        </p:nvSpPr>
        <p:spPr>
          <a:xfrm flipV="1">
            <a:off x="2638464" y="3908254"/>
            <a:ext cx="58065" cy="254400"/>
          </a:xfrm>
          <a:prstGeom prst="line">
            <a:avLst/>
          </a:prstGeom>
          <a:noFill/>
          <a:ln w="22225">
            <a:solidFill>
              <a:srgbClr val="6E7BA8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Shape 10"/>
          <p:cNvSpPr/>
          <p:nvPr/>
        </p:nvSpPr>
        <p:spPr>
          <a:xfrm flipV="1">
            <a:off x="3352846" y="2927497"/>
            <a:ext cx="235101" cy="113219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634740" y="2125980"/>
            <a:ext cx="1051560" cy="1051560"/>
          </a:xfrm>
          <a:prstGeom prst="ellipse">
            <a:avLst/>
          </a:prstGeom>
          <a:solidFill>
            <a:srgbClr val="6C63F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60420" y="212598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①ChatGPTで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設計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957317" y="2762900"/>
            <a:ext cx="1051560" cy="1051560"/>
          </a:xfrm>
          <a:prstGeom prst="ellipse">
            <a:avLst/>
          </a:prstGeom>
          <a:solidFill>
            <a:srgbClr val="2EC4B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82997" y="276290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②Claudeで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実装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283967" y="4194045"/>
            <a:ext cx="1051560" cy="1051560"/>
          </a:xfrm>
          <a:prstGeom prst="ellipse">
            <a:avLst/>
          </a:prstGeom>
          <a:solidFill>
            <a:srgbClr val="8A94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009647" y="419404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③動作確認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68715" y="5341735"/>
            <a:ext cx="1051560" cy="1051560"/>
          </a:xfrm>
          <a:prstGeom prst="ellipse">
            <a:avLst/>
          </a:prstGeom>
          <a:solidFill>
            <a:srgbClr val="D6454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094395" y="534173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④エラー発生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900765" y="5341735"/>
            <a:ext cx="1051560" cy="1051560"/>
          </a:xfrm>
          <a:prstGeom prst="ellipse">
            <a:avLst/>
          </a:prstGeom>
          <a:solidFill>
            <a:srgbClr val="6C63F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626445" y="534173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⑤ChatGPTで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原因分析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985513" y="4194045"/>
            <a:ext cx="1051560" cy="1051560"/>
          </a:xfrm>
          <a:prstGeom prst="ellipse">
            <a:avLst/>
          </a:prstGeom>
          <a:solidFill>
            <a:srgbClr val="2EC4B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711193" y="4194045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⑥Claudeで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修正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312163" y="2762900"/>
            <a:ext cx="1051560" cy="1051560"/>
          </a:xfrm>
          <a:prstGeom prst="ellipse">
            <a:avLst/>
          </a:prstGeom>
          <a:solidFill>
            <a:srgbClr val="8A94A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037843" y="276290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⑦再テスト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15468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80〜90%</a:t>
            </a:r>
            <a:endParaRPr lang="en-US" sz="2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154680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コードはAIが生成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366760" y="2331720"/>
            <a:ext cx="3200400" cy="1417320"/>
          </a:xfrm>
          <a:prstGeom prst="roundRect">
            <a:avLst>
              <a:gd name="adj" fmla="val 6452"/>
            </a:avLst>
          </a:prstGeom>
          <a:solidFill>
            <a:srgbClr val="1C2E5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95360" y="2542032"/>
            <a:ext cx="274320" cy="27432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961120" y="24871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ChatGPT</a:t>
            </a:r>
            <a:endParaRPr lang="en-US" sz="12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95360" y="28803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仕様決定・アイデア出し・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設計フロー・原因予測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366760" y="3931920"/>
            <a:ext cx="3200400" cy="1417320"/>
          </a:xfrm>
          <a:prstGeom prst="roundRect">
            <a:avLst>
              <a:gd name="adj" fmla="val 6452"/>
            </a:avLst>
          </a:prstGeom>
          <a:solidFill>
            <a:srgbClr val="1C2E5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595360" y="4142232"/>
            <a:ext cx="274320" cy="2743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961120" y="40873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Claude</a:t>
            </a:r>
            <a:endParaRPr lang="en-US" sz="12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95360" y="44805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コード生成・デバッグ・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修正・次機能の実装</a:t>
            </a:r>
            <a:endParaRPr lang="en-US" sz="10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0C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C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4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工夫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AIには「曖昧に質問しない」</a:t>
            </a:r>
            <a:endParaRPr lang="en-US" sz="2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状況・ログ・意図まで言語化して渡すことで、解決率が大きく上がった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08076" y="224028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82396" y="2514600"/>
            <a:ext cx="502920" cy="50292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2615184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2476" y="2514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64545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悪い例</a:t>
            </a: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28116" y="3200400"/>
            <a:ext cx="4617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110996" y="33375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「エラーが出ました。」</a:t>
            </a:r>
            <a:endParaRPr lang="en-US" sz="15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323076" y="224028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597396" y="2514600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261518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37476" y="2514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良い例：まとめて渡す6項目</a:t>
            </a:r>
            <a:endParaRPr lang="en-US" sz="15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643116" y="3154680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6643116" y="3154680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いつ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9061704" y="3154680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9061704" y="3154680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どの画面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643116" y="3593592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6643116" y="3593592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何回目の操作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9061704" y="3593592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9061704" y="3593592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ログ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6643116" y="4032504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6643116" y="4032504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エラー文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9061704" y="4032504"/>
            <a:ext cx="2199132" cy="347472"/>
          </a:xfrm>
          <a:prstGeom prst="roundRect">
            <a:avLst>
              <a:gd name="adj" fmla="val 15789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9061704" y="4032504"/>
            <a:ext cx="21991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関連コード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Shape 24"/>
          <p:cNvSpPr/>
          <p:nvPr/>
        </p:nvSpPr>
        <p:spPr>
          <a:xfrm>
            <a:off x="608076" y="4846320"/>
            <a:ext cx="10972800" cy="960120"/>
          </a:xfrm>
          <a:prstGeom prst="roundRect">
            <a:avLst>
              <a:gd name="adj" fmla="val 9524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Text 25"/>
          <p:cNvSpPr/>
          <p:nvPr/>
        </p:nvSpPr>
        <p:spPr>
          <a:xfrm>
            <a:off x="882396" y="4663440"/>
            <a:ext cx="10424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 err="1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実例</a:t>
            </a:r>
            <a:r>
              <a:rPr 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：「AI面接で6問目のみレスポンスが返らない。エラーコード</a:t>
            </a:r>
            <a:r>
              <a:rPr lang="ja-JP" alt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なし</a:t>
            </a:r>
            <a:r>
              <a:rPr 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。</a:t>
            </a:r>
            <a:r>
              <a:rPr lang="en-US" sz="1250" dirty="0" err="1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関連ファイルは</a:t>
            </a:r>
            <a:r>
              <a:rPr 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interview.ts</a:t>
            </a:r>
            <a:r>
              <a:rPr 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 / </a:t>
            </a:r>
            <a:r>
              <a:rPr lang="en-US" sz="1250" dirty="0" err="1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api.ts</a:t>
            </a:r>
            <a:r>
              <a:rPr 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 / </a:t>
            </a:r>
            <a:r>
              <a:rPr lang="en-US" sz="1250" dirty="0" err="1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page.tsx。原因になりそうな箇所だけ抽出してほしい</a:t>
            </a:r>
            <a:r>
              <a:rPr 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」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250" dirty="0">
              <a:solidFill>
                <a:srgbClr val="22303F"/>
              </a:solidFill>
              <a:latin typeface="BIZ UDPゴシック" panose="020B0400000000000000" pitchFamily="50" charset="-128"/>
              <a:ea typeface="BIZ UDPゴシック" panose="020B0400000000000000" pitchFamily="50" charset="-128"/>
              <a:cs typeface="Calibri" pitchFamily="34" charset="-120"/>
            </a:endParaRPr>
          </a:p>
          <a:p>
            <a:pPr>
              <a:lnSpc>
                <a:spcPct val="130000"/>
              </a:lnSpc>
            </a:pPr>
            <a:r>
              <a:rPr lang="ja-JP" alt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実例</a:t>
            </a:r>
            <a:r>
              <a:rPr lang="en-US" altLang="ja-JP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2: </a:t>
            </a:r>
            <a:r>
              <a:rPr lang="ja-JP" alt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「作成したサイトの</a:t>
            </a:r>
            <a:r>
              <a:rPr lang="en-US" altLang="ja-JP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GUI</a:t>
            </a:r>
            <a:r>
              <a:rPr lang="ja-JP" altLang="en-US" sz="1250" dirty="0">
                <a:solidFill>
                  <a:srgbClr val="22303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が表示されていません。</a:t>
            </a:r>
            <a:r>
              <a:rPr lang="ja-JP" altLang="ja-JP" sz="12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トップページ（/app/page.tsx）にアクセスすると、 ブラウザには白い画面が表示され、GUIが表示されません。 開発サーバーは正常に起動しています。 コンソールには以下のエラーが表示されています</a:t>
            </a:r>
            <a:r>
              <a:rPr lang="ja-JP" altLang="ja-JP" sz="1250" dirty="0"/>
              <a:t>。 </a:t>
            </a:r>
            <a:endParaRPr lang="en-US" altLang="ja-JP" sz="12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30000"/>
              </a:lnSpc>
            </a:pPr>
            <a:r>
              <a:rPr lang="ja-JP" altLang="en-US" sz="12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現在のフォルダ構成は～～になっています。こちらがコードになります（コード貼り付け）。原因になっている箇所を特定し、なぜ</a:t>
            </a:r>
            <a:r>
              <a:rPr lang="en-US" altLang="ja-JP" sz="12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GUI</a:t>
            </a:r>
            <a:r>
              <a:rPr lang="ja-JP" altLang="en-US" sz="125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が表示されないのか説明して</a:t>
            </a:r>
            <a:r>
              <a:rPr lang="ja-JP" altLang="en-US" sz="125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ください。修正後のコードも提示してください。</a:t>
            </a:r>
            <a:endParaRPr lang="en-US" altLang="ja-JP" sz="1250" dirty="0"/>
          </a:p>
        </p:txBody>
      </p:sp>
      <p:sp>
        <p:nvSpPr>
          <p:cNvPr id="31" name="Text 26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Text 2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5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16736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結果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98755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試行錯誤の成果</a:t>
            </a:r>
            <a:endParaRPr lang="en-US" sz="2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想定2日（16時間相当）の開発を、約8時間まで短縮できた</a:t>
            </a:r>
            <a:endParaRPr lang="en-US" sz="13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858572623"/>
              </p:ext>
            </p:extLst>
          </p:nvPr>
        </p:nvGraphicFramePr>
        <p:xfrm>
          <a:off x="640080" y="2286000"/>
          <a:ext cx="658368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2860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7818120" y="2423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完成度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743200"/>
            <a:ext cx="310896" cy="310896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743200"/>
            <a:ext cx="310896" cy="310896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743200"/>
            <a:ext cx="310896" cy="310896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2743200"/>
            <a:ext cx="310896" cy="310896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743200"/>
            <a:ext cx="310896" cy="310896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818120" y="3200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5段階中 3（改善の余地あり）</a:t>
            </a:r>
            <a:endParaRPr lang="en-US" sz="11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589520" y="388620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Text 8"/>
          <p:cNvSpPr/>
          <p:nvPr/>
        </p:nvSpPr>
        <p:spPr>
          <a:xfrm>
            <a:off x="7818120" y="4023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EC4B6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80〜90%</a:t>
            </a:r>
            <a:endParaRPr lang="en-US" sz="2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Text 9"/>
          <p:cNvSpPr/>
          <p:nvPr/>
        </p:nvSpPr>
        <p:spPr>
          <a:xfrm>
            <a:off x="7818120" y="4663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3E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コードはAIが生成</a:t>
            </a:r>
            <a:endParaRPr 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478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6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297680"/>
            <a:ext cx="4572000" cy="4572000"/>
          </a:xfrm>
          <a:prstGeom prst="ellipse">
            <a:avLst/>
          </a:prstGeom>
          <a:solidFill>
            <a:srgbClr val="1C2E5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まとめ</a:t>
            </a:r>
            <a:endParaRPr lang="en-US" sz="3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9773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8745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ChatGPTとClaude、役割を分けて開発サイクルを高速に回した</a:t>
            </a:r>
            <a:endParaRPr lang="en-US" sz="14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2846070"/>
            <a:ext cx="251460" cy="2514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7432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曖昧に質問しないことが、AI活用の解決率を大きく左右した</a:t>
            </a:r>
            <a:endParaRPr lang="en-US" sz="14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37147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6118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開発時間は2日→8時間、コードの80〜90%をAIが生成</a:t>
            </a:r>
            <a:endParaRPr lang="en-US" sz="145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40080" y="4709160"/>
            <a:ext cx="8229600" cy="1417320"/>
          </a:xfrm>
          <a:prstGeom prst="roundRect">
            <a:avLst>
              <a:gd name="adj" fmla="val 9032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Text 9"/>
          <p:cNvSpPr/>
          <p:nvPr/>
        </p:nvSpPr>
        <p:spPr>
          <a:xfrm>
            <a:off x="1005840" y="470916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成果物の完成度より、AIとどう向き合ったか。</a:t>
            </a:r>
            <a:endParaRPr lang="en-US" sz="1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mbria" pitchFamily="34" charset="-120"/>
              </a:rPr>
              <a:t>そのプロセスこそ、今日一番伝えたいことです。</a:t>
            </a:r>
            <a:endParaRPr lang="en-US" sz="17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A0C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AI活用ふりかえり発表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0C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Calibri" pitchFamily="34" charset="-120"/>
              </a:rPr>
              <a:t>7</a:t>
            </a:r>
            <a:endParaRPr lang="en-US" sz="1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829</Words>
  <Application>Microsoft Office PowerPoint</Application>
  <PresentationFormat>ワイド画面</PresentationFormat>
  <Paragraphs>107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BIZ UDPゴシック</vt:lpstr>
      <vt:lpstr>Arial</vt:lpstr>
      <vt:lpstr>Calibri</vt:lpstr>
      <vt:lpstr>Cambria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mikannsann ringo</cp:lastModifiedBy>
  <cp:revision>2</cp:revision>
  <dcterms:created xsi:type="dcterms:W3CDTF">2026-07-17T10:16:24Z</dcterms:created>
  <dcterms:modified xsi:type="dcterms:W3CDTF">2026-07-17T10:41:22Z</dcterms:modified>
</cp:coreProperties>
</file>