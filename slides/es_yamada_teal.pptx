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822960" y="-1234440"/>
            <a:ext cx="2377440" cy="2377440"/>
          </a:xfrm>
          <a:prstGeom prst="triangle">
            <a:avLst/>
          </a:prstGeom>
          <a:solidFill>
            <a:srgbClr val="178F8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A97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 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51176" y="530352"/>
            <a:ext cx="8311896" cy="54864"/>
          </a:xfrm>
          <a:prstGeom prst="roundRect">
            <a:avLst>
              <a:gd name="adj" fmla="val 50000"/>
            </a:avLst>
          </a:prstGeom>
          <a:solidFill>
            <a:srgbClr val="1E2A28"/>
          </a:solidFill>
          <a:ln/>
        </p:spPr>
      </p:sp>
      <p:sp>
        <p:nvSpPr>
          <p:cNvPr id="6" name="Shape 4"/>
          <p:cNvSpPr/>
          <p:nvPr/>
        </p:nvSpPr>
        <p:spPr>
          <a:xfrm>
            <a:off x="11073384" y="329184"/>
            <a:ext cx="548640" cy="548640"/>
          </a:xfrm>
          <a:prstGeom prst="ellipse">
            <a:avLst/>
          </a:prstGeom>
          <a:solidFill>
            <a:srgbClr val="178F86"/>
          </a:solidFill>
          <a:ln/>
          <a:effectLst>
            <a:outerShdw sx="100000" sy="100000" kx="0" ky="0" algn="bl" rotWithShape="0" blurRad="101600" dist="38100" dir="5400000">
              <a:srgbClr val="0F6B6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73384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401568" cy="2651760"/>
          </a:xfrm>
          <a:prstGeom prst="roundRect">
            <a:avLst>
              <a:gd name="adj" fmla="val 4828"/>
            </a:avLst>
          </a:prstGeom>
          <a:solidFill>
            <a:srgbClr val="178F86"/>
          </a:solidFill>
          <a:ln/>
          <a:effectLst>
            <a:outerShdw sx="100000" sy="100000" kx="0" ky="0" algn="bl" rotWithShape="0" blurRad="114300" dist="50800" dir="5400000">
              <a:srgbClr val="0F6B64">
                <a:alpha val="2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flipH="1">
            <a:off x="2852928" y="3017520"/>
            <a:ext cx="1097280" cy="1097280"/>
          </a:xfrm>
          <a:prstGeom prst="rtTriangle">
            <a:avLst/>
          </a:prstGeom>
          <a:solidFill>
            <a:srgbClr val="0B4F4A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990088" y="3154680"/>
            <a:ext cx="777240" cy="777240"/>
          </a:xfrm>
          <a:prstGeom prst="ellipse">
            <a:avLst/>
          </a:prstGeom>
          <a:ln w="635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73736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6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◯◯大学　経済学部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AF6F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経営学科（202X年卒予定）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BFE6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 A M 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 太郎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8680" y="358444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BFE6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YAMADA　TARO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 w="12700">
            <a:solidFill>
              <a:srgbClr val="D2E9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1596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B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経営学科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28216" y="4315968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 w="12700">
            <a:solidFill>
              <a:srgbClr val="D2E9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8216" y="431596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B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Webマーケサークル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28032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E6F4F2"/>
          </a:solidFill>
          <a:ln w="12700">
            <a:solidFill>
              <a:srgbClr val="D2E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828032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6B6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企画営業・PM志望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828800"/>
            <a:ext cx="566928" cy="566928"/>
          </a:xfrm>
          <a:prstGeom prst="hexagon">
            <a:avLst/>
          </a:prstGeom>
          <a:solidFill>
            <a:srgbClr val="178F86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166360" y="175564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専攻・学び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2084832"/>
            <a:ext cx="6473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経営学科で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マーケティングと経営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を学び、ビジネスを俯瞰する視点を養成。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3108960"/>
            <a:ext cx="566928" cy="566928"/>
          </a:xfrm>
          <a:prstGeom prst="hexagon">
            <a:avLst/>
          </a:prstGeom>
          <a:solidFill>
            <a:srgbClr val="178F86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5166360" y="303580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関心を持ったきっかけ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66360" y="3364992"/>
            <a:ext cx="6473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インターンで中小企業の業務の煩雑さに触れ、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DXの必要性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を痛感。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89120" y="4389120"/>
            <a:ext cx="566928" cy="566928"/>
          </a:xfrm>
          <a:prstGeom prst="hexagon">
            <a:avLst/>
          </a:prstGeom>
          <a:solidFill>
            <a:srgbClr val="178F86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0" y="4389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166360" y="4315968"/>
            <a:ext cx="6473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力を入れていること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66360" y="4645152"/>
            <a:ext cx="64739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Webマーケサークルで飲食店のSNS集客を支援し、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来店数を前年比150%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822960" y="-1234440"/>
            <a:ext cx="2377440" cy="2377440"/>
          </a:xfrm>
          <a:prstGeom prst="triangle">
            <a:avLst/>
          </a:prstGeom>
          <a:solidFill>
            <a:srgbClr val="178F8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志望動機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A97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51176" y="530352"/>
            <a:ext cx="8311896" cy="54864"/>
          </a:xfrm>
          <a:prstGeom prst="roundRect">
            <a:avLst>
              <a:gd name="adj" fmla="val 50000"/>
            </a:avLst>
          </a:prstGeom>
          <a:solidFill>
            <a:srgbClr val="1E2A28"/>
          </a:solidFill>
          <a:ln/>
        </p:spPr>
      </p:sp>
      <p:sp>
        <p:nvSpPr>
          <p:cNvPr id="6" name="Shape 4"/>
          <p:cNvSpPr/>
          <p:nvPr/>
        </p:nvSpPr>
        <p:spPr>
          <a:xfrm>
            <a:off x="11073384" y="329184"/>
            <a:ext cx="548640" cy="548640"/>
          </a:xfrm>
          <a:prstGeom prst="ellipse">
            <a:avLst/>
          </a:prstGeom>
          <a:solidFill>
            <a:srgbClr val="178F86"/>
          </a:solidFill>
          <a:ln/>
          <a:effectLst>
            <a:outerShdw sx="100000" sy="100000" kx="0" ky="0" algn="bl" rotWithShape="0" blurRad="101600" dist="38100" dir="5400000">
              <a:srgbClr val="0F6B6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73384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MOTIVATION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業務の効率化を通じて、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創造的な仕事に集中できる社会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へ。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2743200" y="4572000"/>
            <a:ext cx="6702552" cy="1234440"/>
          </a:xfrm>
          <a:prstGeom prst="roundRect">
            <a:avLst>
              <a:gd name="adj" fmla="val 8889"/>
            </a:avLst>
          </a:prstGeom>
          <a:solidFill>
            <a:srgbClr val="178F86"/>
          </a:solidFill>
          <a:ln/>
          <a:effectLst>
            <a:outerShdw sx="100000" sy="100000" kx="0" ky="0" algn="bl" rotWithShape="0" blurRad="114300" dist="50800" dir="5400000">
              <a:srgbClr val="0F6B64">
                <a:alpha val="2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 rot="5400000">
            <a:off x="8439912" y="4572000"/>
            <a:ext cx="1005840" cy="1005840"/>
          </a:xfrm>
          <a:prstGeom prst="triangle">
            <a:avLst/>
          </a:prstGeom>
          <a:solidFill>
            <a:srgbClr val="0B4F4A">
              <a:alpha val="4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4773168"/>
            <a:ext cx="5605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BFE6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補足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5084064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DX支援の実績と革新的なソリューションに共感したため。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200000">
            <a:off x="-822960" y="-1234440"/>
            <a:ext cx="2377440" cy="2377440"/>
          </a:xfrm>
          <a:prstGeom prst="triangle">
            <a:avLst/>
          </a:prstGeom>
          <a:solidFill>
            <a:srgbClr val="178F86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自己PR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80467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8A979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STRENGTH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51176" y="530352"/>
            <a:ext cx="8311896" cy="54864"/>
          </a:xfrm>
          <a:prstGeom prst="roundRect">
            <a:avLst>
              <a:gd name="adj" fmla="val 50000"/>
            </a:avLst>
          </a:prstGeom>
          <a:solidFill>
            <a:srgbClr val="1E2A28"/>
          </a:solidFill>
          <a:ln/>
        </p:spPr>
      </p:sp>
      <p:sp>
        <p:nvSpPr>
          <p:cNvPr id="6" name="Shape 4"/>
          <p:cNvSpPr/>
          <p:nvPr/>
        </p:nvSpPr>
        <p:spPr>
          <a:xfrm>
            <a:off x="11073384" y="329184"/>
            <a:ext cx="548640" cy="548640"/>
          </a:xfrm>
          <a:prstGeom prst="ellipse">
            <a:avLst/>
          </a:prstGeom>
          <a:solidFill>
            <a:srgbClr val="178F86"/>
          </a:solidFill>
          <a:ln/>
          <a:effectLst>
            <a:outerShdw sx="100000" sy="100000" kx="0" ky="0" algn="bl" rotWithShape="0" blurRad="101600" dist="38100" dir="5400000">
              <a:srgbClr val="0F6B64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073384" y="329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11091672" cy="1463040"/>
          </a:xfrm>
          <a:prstGeom prst="roundRect">
            <a:avLst>
              <a:gd name="adj" fmla="val 8750"/>
            </a:avLst>
          </a:prstGeom>
          <a:solidFill>
            <a:srgbClr val="26302F"/>
          </a:solidFill>
          <a:ln/>
          <a:effectLst>
            <a:outerShdw sx="100000" sy="100000" kx="0" ky="0" algn="bl" rotWithShape="0" blurRad="114300" dist="50800" dir="5400000">
              <a:srgbClr val="14201E">
                <a:alpha val="2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flipV="1">
            <a:off x="566928" y="1481328"/>
            <a:ext cx="1188720" cy="1426464"/>
          </a:xfrm>
          <a:prstGeom prst="rtTriangle">
            <a:avLst/>
          </a:prstGeom>
          <a:solidFill>
            <a:srgbClr val="178F86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10634472" y="1956816"/>
            <a:ext cx="987552" cy="950976"/>
          </a:xfrm>
          <a:prstGeom prst="rtTriangle">
            <a:avLst/>
          </a:prstGeom>
          <a:solidFill>
            <a:srgbClr val="178F8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BFE6E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STRENGTH ── 私の強み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FD8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課題の本質を見極め、粘り強く解決に向けて行動する力</a:t>
            </a:r>
            <a:pPr algn="ctr" indent="0" marL="0">
              <a:buNone/>
            </a:pPr>
            <a:r>
              <a:rPr lang="en-US" sz="2600" b="1" dirty="0">
                <a:solidFill>
                  <a:srgbClr val="7FD8D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1EAE8"/>
            </a:solidFill>
            <a:prstDash val="solid"/>
          </a:ln>
          <a:effectLst>
            <a:outerShdw sx="100000" sy="100000" kx="0" ky="0" algn="bl" rotWithShape="0" blurRad="101600" dist="25400" dir="5400000">
              <a:srgbClr val="14403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657600"/>
            <a:ext cx="502920" cy="502920"/>
          </a:xfrm>
          <a:prstGeom prst="hexagon">
            <a:avLst/>
          </a:prstGeom>
          <a:solidFill>
            <a:srgbClr val="178F8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508760" y="3675888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根拠となる経験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14400" y="4343400"/>
            <a:ext cx="4631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カフェの新人離職率を、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40%→10%以下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に改善。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77356" y="3291840"/>
            <a:ext cx="5362956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1EAE8"/>
            </a:solidFill>
            <a:prstDash val="solid"/>
          </a:ln>
          <a:effectLst>
            <a:outerShdw sx="100000" sy="100000" kx="0" ky="0" algn="bl" rotWithShape="0" blurRad="101600" dist="25400" dir="5400000">
              <a:srgbClr val="14403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69964" y="3657600"/>
            <a:ext cx="502920" cy="502920"/>
          </a:xfrm>
          <a:prstGeom prst="hexagon">
            <a:avLst/>
          </a:prstGeom>
          <a:solidFill>
            <a:srgbClr val="26302F"/>
          </a:solidFill>
          <a:ln/>
        </p:spPr>
      </p:sp>
      <p:sp>
        <p:nvSpPr>
          <p:cNvPr id="20" name="Text 18"/>
          <p:cNvSpPr/>
          <p:nvPr/>
        </p:nvSpPr>
        <p:spPr>
          <a:xfrm>
            <a:off x="6569964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➜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237476" y="3675888"/>
            <a:ext cx="41285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2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入社後の活かし方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643116" y="4343400"/>
            <a:ext cx="4631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78F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多角的に迫り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D47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、泥臭く実行して貢献。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2026-07-17T22:24:08Z</dcterms:created>
  <dcterms:modified xsi:type="dcterms:W3CDTF">2026-07-17T22:24:08Z</dcterms:modified>
</cp:coreProperties>
</file>