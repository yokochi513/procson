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274320" y="-365760"/>
            <a:ext cx="2377440" cy="1737360"/>
          </a:xfrm>
          <a:prstGeom prst="triangle">
            <a:avLst/>
          </a:prstGeom>
          <a:solidFill>
            <a:srgbClr val="DFEAF3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600000">
            <a:off x="274320" y="-457200"/>
            <a:ext cx="2011680" cy="1463040"/>
          </a:xfrm>
          <a:prstGeom prst="triangle">
            <a:avLst/>
          </a:prstGeom>
          <a:solidFill>
            <a:srgbClr val="E8F0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5486400"/>
            <a:ext cx="2560320" cy="1920240"/>
          </a:xfrm>
          <a:prstGeom prst="triangle">
            <a:avLst/>
          </a:prstGeom>
          <a:solidFill>
            <a:srgbClr val="DFEAF3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800000">
            <a:off x="9509760" y="5669280"/>
            <a:ext cx="2011680" cy="1554480"/>
          </a:xfrm>
          <a:prstGeom prst="triangle">
            <a:avLst/>
          </a:prstGeom>
          <a:solidFill>
            <a:srgbClr val="E8F0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7200000">
            <a:off x="10972800" y="-274320"/>
            <a:ext cx="1828800" cy="1371600"/>
          </a:xfrm>
          <a:prstGeom prst="triangle">
            <a:avLst/>
          </a:prstGeom>
          <a:solidFill>
            <a:srgbClr val="EAF1F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8000000">
            <a:off x="-365760" y="5577840"/>
            <a:ext cx="1828800" cy="1463040"/>
          </a:xfrm>
          <a:prstGeom prst="triangle">
            <a:avLst/>
          </a:prstGeom>
          <a:solidFill>
            <a:srgbClr val="EAF1F8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548640" y="512064"/>
            <a:ext cx="219456" cy="274320"/>
          </a:xfrm>
          <a:prstGeom prst="triangle">
            <a:avLst/>
          </a:prstGeom>
          <a:solidFill>
            <a:srgbClr val="17456B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40233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45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自己紹介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1060704"/>
            <a:ext cx="11091672" cy="0"/>
          </a:xfrm>
          <a:prstGeom prst="line">
            <a:avLst/>
          </a:prstGeom>
          <a:noFill/>
          <a:ln w="25400">
            <a:solidFill>
              <a:srgbClr val="C9D6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2588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17456B"/>
          </a:solidFill>
          <a:ln/>
          <a:effectLst>
            <a:outerShdw sx="100000" sy="100000" kx="0" ky="0" algn="bl" rotWithShape="0" blurRad="101600" dist="38100" dir="5400000">
              <a:srgbClr val="1A3A5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158191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○○大学　○○学部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○○学科　4年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24688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9DBB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 A M 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6974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 太郎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68680" y="33558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DBB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TANAKA　TARO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41648"/>
            <a:ext cx="1175004" cy="38404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FE4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41648"/>
            <a:ext cx="11750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 社会学専攻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51660" y="4041648"/>
            <a:ext cx="1668780" cy="38404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FE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51660" y="4041648"/>
            <a:ext cx="1668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 独学プログラミング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53712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FE4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537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 文系出身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1325880"/>
            <a:ext cx="73426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A3A5C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1325880"/>
            <a:ext cx="64008" cy="1371600"/>
          </a:xfrm>
          <a:prstGeom prst="rect">
            <a:avLst/>
          </a:prstGeom>
          <a:solidFill>
            <a:srgbClr val="1E86C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53712" y="1591056"/>
            <a:ext cx="109728" cy="109728"/>
          </a:xfrm>
          <a:prstGeom prst="ellipse">
            <a:avLst/>
          </a:prstGeom>
          <a:solidFill>
            <a:srgbClr val="1E86CB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472184"/>
            <a:ext cx="661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45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研究内容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53712" y="1892808"/>
            <a:ext cx="6830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社会学を専攻し、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E6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地域コミュニティにおける情報格差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の問題をテーマに研究。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297680" y="2880360"/>
            <a:ext cx="73426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A3A5C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0" y="2880360"/>
            <a:ext cx="64008" cy="1371600"/>
          </a:xfrm>
          <a:prstGeom prst="rect">
            <a:avLst/>
          </a:prstGeom>
          <a:solidFill>
            <a:srgbClr val="1E86CB"/>
          </a:solidFill>
          <a:ln/>
        </p:spPr>
      </p:sp>
      <p:sp>
        <p:nvSpPr>
          <p:cNvPr id="29" name="Shape 27"/>
          <p:cNvSpPr/>
          <p:nvPr/>
        </p:nvSpPr>
        <p:spPr>
          <a:xfrm>
            <a:off x="4553712" y="3145536"/>
            <a:ext cx="109728" cy="109728"/>
          </a:xfrm>
          <a:prstGeom prst="ellipse">
            <a:avLst/>
          </a:prstGeom>
          <a:solidFill>
            <a:srgbClr val="1E86CB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026664"/>
            <a:ext cx="661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45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研究を通して感じたこと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53712" y="3447288"/>
            <a:ext cx="6830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ITツールが人々の生活を変える可能性を実感し、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E6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「使う側」から「作る側」へ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回りたいと考えるように。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297680" y="4434840"/>
            <a:ext cx="73426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A3A5C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97680" y="4434840"/>
            <a:ext cx="64008" cy="1371600"/>
          </a:xfrm>
          <a:prstGeom prst="rect">
            <a:avLst/>
          </a:prstGeom>
          <a:solidFill>
            <a:srgbClr val="1E86CB"/>
          </a:solidFill>
          <a:ln/>
        </p:spPr>
      </p:sp>
      <p:sp>
        <p:nvSpPr>
          <p:cNvPr id="34" name="Shape 32"/>
          <p:cNvSpPr/>
          <p:nvPr/>
        </p:nvSpPr>
        <p:spPr>
          <a:xfrm>
            <a:off x="4553712" y="4700016"/>
            <a:ext cx="109728" cy="109728"/>
          </a:xfrm>
          <a:prstGeom prst="ellipse">
            <a:avLst/>
          </a:prstGeom>
          <a:solidFill>
            <a:srgbClr val="1E86CB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4581144"/>
            <a:ext cx="661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45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現在行っていること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53712" y="5001768"/>
            <a:ext cx="6830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文系出身ながら、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E6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独学でプログラミングの基礎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を学習中。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274320" y="-365760"/>
            <a:ext cx="2377440" cy="1737360"/>
          </a:xfrm>
          <a:prstGeom prst="triangle">
            <a:avLst/>
          </a:prstGeom>
          <a:solidFill>
            <a:srgbClr val="DFEAF3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600000">
            <a:off x="274320" y="-457200"/>
            <a:ext cx="2011680" cy="1463040"/>
          </a:xfrm>
          <a:prstGeom prst="triangle">
            <a:avLst/>
          </a:prstGeom>
          <a:solidFill>
            <a:srgbClr val="E8F0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5486400"/>
            <a:ext cx="2560320" cy="1920240"/>
          </a:xfrm>
          <a:prstGeom prst="triangle">
            <a:avLst/>
          </a:prstGeom>
          <a:solidFill>
            <a:srgbClr val="DFEAF3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800000">
            <a:off x="9509760" y="5669280"/>
            <a:ext cx="2011680" cy="1554480"/>
          </a:xfrm>
          <a:prstGeom prst="triangle">
            <a:avLst/>
          </a:prstGeom>
          <a:solidFill>
            <a:srgbClr val="E8F0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7200000">
            <a:off x="10972800" y="-274320"/>
            <a:ext cx="1828800" cy="1371600"/>
          </a:xfrm>
          <a:prstGeom prst="triangle">
            <a:avLst/>
          </a:prstGeom>
          <a:solidFill>
            <a:srgbClr val="EAF1F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8000000">
            <a:off x="-365760" y="5577840"/>
            <a:ext cx="1828800" cy="1463040"/>
          </a:xfrm>
          <a:prstGeom prst="triangle">
            <a:avLst/>
          </a:prstGeom>
          <a:solidFill>
            <a:srgbClr val="EAF1F8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548640" y="512064"/>
            <a:ext cx="219456" cy="274320"/>
          </a:xfrm>
          <a:prstGeom prst="triangle">
            <a:avLst/>
          </a:prstGeom>
          <a:solidFill>
            <a:srgbClr val="17456B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40233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45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志望動機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1060704"/>
            <a:ext cx="11091672" cy="0"/>
          </a:xfrm>
          <a:prstGeom prst="line">
            <a:avLst/>
          </a:prstGeom>
          <a:noFill/>
          <a:ln w="25400">
            <a:solidFill>
              <a:srgbClr val="C9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1600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E6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 MOTIVATION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103601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7456B"/>
                </a:solidFill>
                <a:highlight>
                  <a:srgbClr val="BFE0F5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ユーザー視点のものづくり</a:t>
            </a:r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745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に、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745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強く共感したからです。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2743200" y="4617720"/>
            <a:ext cx="6702552" cy="114300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D7E7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4782312"/>
            <a:ext cx="5971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E6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── 補足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5074920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研究で培った「人間理解」の視点を活かせると感じたため。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274320" y="-365760"/>
            <a:ext cx="2377440" cy="1737360"/>
          </a:xfrm>
          <a:prstGeom prst="triangle">
            <a:avLst/>
          </a:prstGeom>
          <a:solidFill>
            <a:srgbClr val="DFEAF3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600000">
            <a:off x="274320" y="-457200"/>
            <a:ext cx="2011680" cy="1463040"/>
          </a:xfrm>
          <a:prstGeom prst="triangle">
            <a:avLst/>
          </a:prstGeom>
          <a:solidFill>
            <a:srgbClr val="E8F0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5486400"/>
            <a:ext cx="2560320" cy="1920240"/>
          </a:xfrm>
          <a:prstGeom prst="triangle">
            <a:avLst/>
          </a:prstGeom>
          <a:solidFill>
            <a:srgbClr val="DFEAF3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800000">
            <a:off x="9509760" y="5669280"/>
            <a:ext cx="2011680" cy="1554480"/>
          </a:xfrm>
          <a:prstGeom prst="triangle">
            <a:avLst/>
          </a:prstGeom>
          <a:solidFill>
            <a:srgbClr val="E8F0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7200000">
            <a:off x="10972800" y="-274320"/>
            <a:ext cx="1828800" cy="1371600"/>
          </a:xfrm>
          <a:prstGeom prst="triangle">
            <a:avLst/>
          </a:prstGeom>
          <a:solidFill>
            <a:srgbClr val="EAF1F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8000000">
            <a:off x="-365760" y="5577840"/>
            <a:ext cx="1828800" cy="1463040"/>
          </a:xfrm>
          <a:prstGeom prst="triangle">
            <a:avLst/>
          </a:prstGeom>
          <a:solidFill>
            <a:srgbClr val="EAF1F8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548640" y="512064"/>
            <a:ext cx="219456" cy="274320"/>
          </a:xfrm>
          <a:prstGeom prst="triangle">
            <a:avLst/>
          </a:prstGeom>
          <a:solidFill>
            <a:srgbClr val="17456B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40233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45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自己PR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1060704"/>
            <a:ext cx="11091672" cy="0"/>
          </a:xfrm>
          <a:prstGeom prst="line">
            <a:avLst/>
          </a:prstGeom>
          <a:noFill/>
          <a:ln w="25400">
            <a:solidFill>
              <a:srgbClr val="C9D6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41732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17456B"/>
          </a:solidFill>
          <a:ln/>
          <a:effectLst>
            <a:outerShdw sx="100000" sy="100000" kx="0" ky="0" algn="bl" rotWithShape="0" blurRad="101600" dist="38100" dir="5400000">
              <a:srgbClr val="1A3A5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61848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DBB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 STRENGTH ── 私の強み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92024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D0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</a:t>
            </a:r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課題を分解し、周囲を巻き込みながら解決に導く力</a:t>
            </a:r>
            <a:pPr algn="ctr" indent="0" marL="0">
              <a:buNone/>
            </a:pPr>
            <a:r>
              <a:rPr lang="en-US" sz="2700" b="1" dirty="0">
                <a:solidFill>
                  <a:srgbClr val="8FD0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62956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88900" dist="25400" dir="5400000">
              <a:srgbClr val="1A3A5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54680"/>
            <a:ext cx="5362956" cy="566928"/>
          </a:xfrm>
          <a:prstGeom prst="roundRect">
            <a:avLst>
              <a:gd name="adj" fmla="val 12903"/>
            </a:avLst>
          </a:prstGeom>
          <a:solidFill>
            <a:srgbClr val="17456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611880"/>
            <a:ext cx="5362956" cy="109728"/>
          </a:xfrm>
          <a:prstGeom prst="rect">
            <a:avLst/>
          </a:prstGeom>
          <a:solidFill>
            <a:srgbClr val="17456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54680"/>
            <a:ext cx="5362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根拠となる経験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858768"/>
            <a:ext cx="472287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アンケート集計を自動化し、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E6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作業時間を6割削減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77356" y="3154680"/>
            <a:ext cx="5362956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88900" dist="25400" dir="5400000">
              <a:srgbClr val="1A3A5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7356" y="3154680"/>
            <a:ext cx="5362956" cy="566928"/>
          </a:xfrm>
          <a:prstGeom prst="roundRect">
            <a:avLst>
              <a:gd name="adj" fmla="val 12903"/>
            </a:avLst>
          </a:prstGeom>
          <a:solidFill>
            <a:srgbClr val="0E6FB5"/>
          </a:solidFill>
          <a:ln/>
        </p:spPr>
      </p:sp>
      <p:sp>
        <p:nvSpPr>
          <p:cNvPr id="21" name="Shape 19"/>
          <p:cNvSpPr/>
          <p:nvPr/>
        </p:nvSpPr>
        <p:spPr>
          <a:xfrm>
            <a:off x="6277356" y="3611880"/>
            <a:ext cx="5362956" cy="109728"/>
          </a:xfrm>
          <a:prstGeom prst="rect">
            <a:avLst/>
          </a:prstGeom>
          <a:solidFill>
            <a:srgbClr val="0E6FB5"/>
          </a:solidFill>
          <a:ln/>
        </p:spPr>
      </p:sp>
      <p:sp>
        <p:nvSpPr>
          <p:cNvPr id="22" name="Text 20"/>
          <p:cNvSpPr/>
          <p:nvPr/>
        </p:nvSpPr>
        <p:spPr>
          <a:xfrm>
            <a:off x="6277356" y="3154680"/>
            <a:ext cx="5362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入社後の活かし方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97396" y="3858768"/>
            <a:ext cx="472287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複雑な要件を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E6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構造的に整理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し、開発現場で貢献。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2026-07-17T20:27:55Z</dcterms:created>
  <dcterms:modified xsi:type="dcterms:W3CDTF">2026-07-17T20:27:55Z</dcterms:modified>
</cp:coreProperties>
</file>