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84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6A34F0"/>
          </a:solidFill>
          <a:ln/>
        </p:spPr>
      </p:sp>
      <p:sp>
        <p:nvSpPr>
          <p:cNvPr id="3" name="Shape 1"/>
          <p:cNvSpPr/>
          <p:nvPr/>
        </p:nvSpPr>
        <p:spPr>
          <a:xfrm>
            <a:off x="10716768" y="384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7DCF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8521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EDFE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5303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7DC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754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6A34F0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3474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自己紹介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61488" y="512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94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ABOUT 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17320"/>
            <a:ext cx="3401568" cy="2651760"/>
          </a:xfrm>
          <a:prstGeom prst="roundRect">
            <a:avLst>
              <a:gd name="adj" fmla="val 5517"/>
            </a:avLst>
          </a:prstGeom>
          <a:solidFill>
            <a:srgbClr val="6A34F0"/>
          </a:solidFill>
          <a:ln/>
          <a:effectLst>
            <a:outerShdw sx="100000" sy="100000" kx="0" ky="0" algn="bl" rotWithShape="0" blurRad="114300" dist="50800" dir="5400000">
              <a:srgbClr val="5A23D6">
                <a:alpha val="2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98648" y="1554480"/>
            <a:ext cx="914400" cy="9144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1691640"/>
            <a:ext cx="276148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1EC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◯◯大学　経済学部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F1ECF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経営学科（202X年卒予定）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68680" y="2651760"/>
            <a:ext cx="2761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300" kern="0" dirty="0">
                <a:solidFill>
                  <a:srgbClr val="D9C9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 A M 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880360"/>
            <a:ext cx="27614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山田 太郎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68680" y="3538728"/>
            <a:ext cx="2761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200" kern="0" dirty="0">
                <a:solidFill>
                  <a:srgbClr val="D9C9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YAMADA　TARO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4270248"/>
            <a:ext cx="1051560" cy="384048"/>
          </a:xfrm>
          <a:prstGeom prst="roundRect">
            <a:avLst>
              <a:gd name="adj" fmla="val 50000"/>
            </a:avLst>
          </a:prstGeom>
          <a:solidFill>
            <a:srgbClr val="F2EDFE"/>
          </a:solidFill>
          <a:ln w="12700">
            <a:solidFill>
              <a:srgbClr val="E7DCF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70248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2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経営学科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28216" y="4270248"/>
            <a:ext cx="1792224" cy="384048"/>
          </a:xfrm>
          <a:prstGeom prst="roundRect">
            <a:avLst>
              <a:gd name="adj" fmla="val 50000"/>
            </a:avLst>
          </a:prstGeom>
          <a:solidFill>
            <a:srgbClr val="F2EDFE"/>
          </a:solidFill>
          <a:ln w="12700">
            <a:solidFill>
              <a:srgbClr val="E7DC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28216" y="4270248"/>
            <a:ext cx="1792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2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Webマーケサークル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782312"/>
            <a:ext cx="1668780" cy="384048"/>
          </a:xfrm>
          <a:prstGeom prst="roundRect">
            <a:avLst>
              <a:gd name="adj" fmla="val 50000"/>
            </a:avLst>
          </a:prstGeom>
          <a:solidFill>
            <a:srgbClr val="F2EDFE"/>
          </a:solidFill>
          <a:ln w="12700">
            <a:solidFill>
              <a:srgbClr val="E7DC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4782312"/>
            <a:ext cx="16687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23D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# 企画営業・PM志望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89120" y="1783080"/>
            <a:ext cx="548640" cy="548640"/>
          </a:xfrm>
          <a:prstGeom prst="ellipse">
            <a:avLst/>
          </a:prstGeom>
          <a:solidFill>
            <a:srgbClr val="F2EDFE"/>
          </a:solidFill>
          <a:ln w="25400">
            <a:solidFill>
              <a:srgbClr val="C9B8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1783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01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120640" y="1728216"/>
            <a:ext cx="6519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専攻・学び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120640" y="205740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経営学科で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マーケティングと経営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を学び、ビジネスを俯瞰する視点を養成。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89120" y="3063240"/>
            <a:ext cx="548640" cy="548640"/>
          </a:xfrm>
          <a:prstGeom prst="ellipse">
            <a:avLst/>
          </a:prstGeom>
          <a:solidFill>
            <a:srgbClr val="F2EDFE"/>
          </a:solidFill>
          <a:ln w="25400">
            <a:solidFill>
              <a:srgbClr val="C9B8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02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5120640" y="3008376"/>
            <a:ext cx="6519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関心を持ったきっかけ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120640" y="333756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インターンで中小企業の業務の煩雑さに触れ、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DXの必要性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を痛感。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389120" y="4343400"/>
            <a:ext cx="548640" cy="548640"/>
          </a:xfrm>
          <a:prstGeom prst="ellipse">
            <a:avLst/>
          </a:prstGeom>
          <a:solidFill>
            <a:srgbClr val="F2EDFE"/>
          </a:solidFill>
          <a:ln w="25400">
            <a:solidFill>
              <a:srgbClr val="C9B8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0" y="4343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03</a:t>
            </a:r>
            <a:endParaRPr lang="en-US" sz="1900" dirty="0"/>
          </a:p>
        </p:txBody>
      </p:sp>
      <p:sp>
        <p:nvSpPr>
          <p:cNvPr id="31" name="Text 29"/>
          <p:cNvSpPr/>
          <p:nvPr/>
        </p:nvSpPr>
        <p:spPr>
          <a:xfrm>
            <a:off x="5120640" y="4288536"/>
            <a:ext cx="6519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力を入れていること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120640" y="4617720"/>
            <a:ext cx="6519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Webマーケサークルで飲食店のSNS集客を支援し、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来店数を前年比150%</a:t>
            </a:r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84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6A34F0"/>
          </a:solidFill>
          <a:ln/>
        </p:spPr>
      </p:sp>
      <p:sp>
        <p:nvSpPr>
          <p:cNvPr id="3" name="Shape 1"/>
          <p:cNvSpPr/>
          <p:nvPr/>
        </p:nvSpPr>
        <p:spPr>
          <a:xfrm>
            <a:off x="10716768" y="384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7DCF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8521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EDFE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5303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7DC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754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6A34F0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3474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志望動機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61488" y="512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94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MOTIVATION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0" y="16459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 MOTIVATION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1036015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業務の効率化を通じて、</a:t>
            </a:r>
            <a:endParaRPr lang="en-US" sz="36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人が</a:t>
            </a:r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創造的な仕事に集中できる社会</a:t>
            </a:r>
            <a:pPr algn="ctr" indent="0" marL="0">
              <a:lnSpc>
                <a:spcPct val="135000"/>
              </a:lnSpc>
              <a:buNone/>
            </a:pPr>
            <a:r>
              <a:rPr lang="en-US" sz="36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へ。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2743200" y="4572000"/>
            <a:ext cx="6702552" cy="1234440"/>
          </a:xfrm>
          <a:prstGeom prst="roundRect">
            <a:avLst>
              <a:gd name="adj" fmla="val 10370"/>
            </a:avLst>
          </a:prstGeom>
          <a:solidFill>
            <a:srgbClr val="6A34F0"/>
          </a:solidFill>
          <a:ln/>
          <a:effectLst>
            <a:outerShdw sx="100000" sy="100000" kx="0" ky="0" algn="bl" rotWithShape="0" blurRad="114300" dist="50800" dir="5400000">
              <a:srgbClr val="5A23D6">
                <a:alpha val="2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88920" y="5120640"/>
            <a:ext cx="914400" cy="9144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4773168"/>
            <a:ext cx="5788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E4DA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── 補足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00400" y="5084064"/>
            <a:ext cx="5788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DX支援の実績と革新的なソリューションに共感したため。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78440" y="384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6A34F0"/>
          </a:solidFill>
          <a:ln/>
        </p:spPr>
      </p:sp>
      <p:sp>
        <p:nvSpPr>
          <p:cNvPr id="3" name="Shape 1"/>
          <p:cNvSpPr/>
          <p:nvPr/>
        </p:nvSpPr>
        <p:spPr>
          <a:xfrm>
            <a:off x="10716768" y="384048"/>
            <a:ext cx="256032" cy="256032"/>
          </a:xfrm>
          <a:prstGeom prst="roundRect">
            <a:avLst>
              <a:gd name="adj" fmla="val 14286"/>
            </a:avLst>
          </a:prstGeom>
          <a:solidFill>
            <a:srgbClr val="E7DCF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5852160"/>
            <a:ext cx="566928" cy="566928"/>
          </a:xfrm>
          <a:prstGeom prst="roundRect">
            <a:avLst>
              <a:gd name="adj" fmla="val 9677"/>
            </a:avLst>
          </a:prstGeom>
          <a:solidFill>
            <a:srgbClr val="F2EDFE"/>
          </a:solidFill>
          <a:ln/>
        </p:spPr>
      </p:sp>
      <p:sp>
        <p:nvSpPr>
          <p:cNvPr id="5" name="Shape 3"/>
          <p:cNvSpPr/>
          <p:nvPr/>
        </p:nvSpPr>
        <p:spPr>
          <a:xfrm>
            <a:off x="603504" y="530352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E7DCFB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475488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6A34F0"/>
          </a:solidFill>
          <a:ln/>
        </p:spPr>
      </p:sp>
      <p:sp>
        <p:nvSpPr>
          <p:cNvPr id="7" name="Text 5"/>
          <p:cNvSpPr/>
          <p:nvPr/>
        </p:nvSpPr>
        <p:spPr>
          <a:xfrm>
            <a:off x="950976" y="34747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自己PR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61488" y="51206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300" kern="0" dirty="0">
                <a:solidFill>
                  <a:srgbClr val="9A94A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STRENGTH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1463040"/>
            <a:ext cx="11091672" cy="1463040"/>
          </a:xfrm>
          <a:prstGeom prst="roundRect">
            <a:avLst>
              <a:gd name="adj" fmla="val 10000"/>
            </a:avLst>
          </a:prstGeom>
          <a:solidFill>
            <a:srgbClr val="6A34F0"/>
          </a:solidFill>
          <a:ln/>
          <a:effectLst>
            <a:outerShdw sx="100000" sy="100000" kx="0" ky="0" algn="bl" rotWithShape="0" blurRad="114300" dist="50800" dir="5400000">
              <a:srgbClr val="5A23D6">
                <a:alpha val="2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268712" y="1097280"/>
            <a:ext cx="1554480" cy="155448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69164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D9C9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MY STRENGTH ── 私の強み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011680"/>
            <a:ext cx="105430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C9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課題の本質を見極め、粘り強く解決に向けて行動する力</a:t>
            </a:r>
            <a:pPr algn="ctr" indent="0" marL="0">
              <a:buNone/>
            </a:pPr>
            <a:r>
              <a:rPr lang="en-US" sz="2600" b="1" dirty="0">
                <a:solidFill>
                  <a:srgbClr val="D9C9F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」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36295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EAE3F8"/>
            </a:solidFill>
            <a:prstDash val="solid"/>
          </a:ln>
          <a:effectLst>
            <a:outerShdw sx="100000" sy="100000" kx="0" ky="0" algn="bl" rotWithShape="0" blurRad="101600" dist="25400" dir="5400000">
              <a:srgbClr val="3C286E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36758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7DCFB"/>
          </a:solidFill>
          <a:ln/>
        </p:spPr>
      </p:sp>
      <p:sp>
        <p:nvSpPr>
          <p:cNvPr id="15" name="Shape 13"/>
          <p:cNvSpPr/>
          <p:nvPr/>
        </p:nvSpPr>
        <p:spPr>
          <a:xfrm>
            <a:off x="841248" y="3621024"/>
            <a:ext cx="457200" cy="457200"/>
          </a:xfrm>
          <a:prstGeom prst="ellipse">
            <a:avLst/>
          </a:prstGeom>
          <a:solidFill>
            <a:srgbClr val="6A34F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◎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365760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根拠となる経験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343400"/>
            <a:ext cx="46314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カフェの新人離職率を、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40%→10%以下</a:t>
            </a:r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に改善。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277356" y="3291840"/>
            <a:ext cx="5362956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9050">
            <a:solidFill>
              <a:srgbClr val="EAE3F8"/>
            </a:solidFill>
            <a:prstDash val="solid"/>
          </a:ln>
          <a:effectLst>
            <a:outerShdw sx="100000" sy="100000" kx="0" ky="0" algn="bl" rotWithShape="0" blurRad="101600" dist="25400" dir="5400000">
              <a:srgbClr val="3C286E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97396" y="3675888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E7DCFB"/>
          </a:solidFill>
          <a:ln/>
        </p:spPr>
      </p:sp>
      <p:sp>
        <p:nvSpPr>
          <p:cNvPr id="21" name="Shape 19"/>
          <p:cNvSpPr/>
          <p:nvPr/>
        </p:nvSpPr>
        <p:spPr>
          <a:xfrm>
            <a:off x="6569964" y="3621024"/>
            <a:ext cx="457200" cy="457200"/>
          </a:xfrm>
          <a:prstGeom prst="ellipse">
            <a:avLst/>
          </a:prstGeom>
          <a:solidFill>
            <a:srgbClr val="2E1C6E"/>
          </a:solidFill>
          <a:ln/>
        </p:spPr>
      </p:sp>
      <p:sp>
        <p:nvSpPr>
          <p:cNvPr id="22" name="Text 20"/>
          <p:cNvSpPr/>
          <p:nvPr/>
        </p:nvSpPr>
        <p:spPr>
          <a:xfrm>
            <a:off x="6569964" y="3621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➜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91756" y="3657600"/>
            <a:ext cx="41742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241D3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入社後の活かし方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43116" y="4343400"/>
            <a:ext cx="463143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課題に</a:t>
            </a:r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6A34F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多角的に迫り</a:t>
            </a:r>
            <a:pPr algn="l" indent="0" marL="0">
              <a:lnSpc>
                <a:spcPct val="130000"/>
              </a:lnSpc>
              <a:buNone/>
            </a:pPr>
            <a:r>
              <a:rPr lang="en-US" sz="1700" b="1" dirty="0">
                <a:solidFill>
                  <a:srgbClr val="4B4660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、泥臭く実行して貢献。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2026-07-17T21:44:56Z</dcterms:created>
  <dcterms:modified xsi:type="dcterms:W3CDTF">2026-07-17T21:44:56Z</dcterms:modified>
</cp:coreProperties>
</file>