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6305F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30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2分間ダイジェスト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就活Tool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AI活用で「大変だったこと」「意識したこと」「誰でも再現できる工夫」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× Claude API（構造化出力によるAI面接官の実装）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69464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大変だったこと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「AIの出力を信頼できる形にする」のが一番の壁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自由記述のプロンプトでは、返答のJSONが時々壊れてアプリが止まった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BEFE9"/>
          </a:solidFill>
          <a:ln/>
        </p:spPr>
      </p:sp>
      <p:sp>
        <p:nvSpPr>
          <p:cNvPr id="7" name="Shape 5"/>
          <p:cNvSpPr/>
          <p:nvPr/>
        </p:nvSpPr>
        <p:spPr>
          <a:xfrm>
            <a:off x="882396" y="25603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609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2476" y="2560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8116" y="324612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2B2F3A"/>
          </a:solidFill>
          <a:ln/>
        </p:spPr>
      </p:sp>
      <p:sp>
        <p:nvSpPr>
          <p:cNvPr id="11" name="Text 8"/>
          <p:cNvSpPr/>
          <p:nvPr/>
        </p:nvSpPr>
        <p:spPr>
          <a:xfrm>
            <a:off x="1110996" y="33832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{"reply":"…、ます", Dtrue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28116" y="43891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長い返答だとJSONが途中で切れ、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画面が正しく描画されないことがあった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23076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0E2149"/>
          </a:solidFill>
          <a:ln/>
        </p:spPr>
      </p:sp>
      <p:sp>
        <p:nvSpPr>
          <p:cNvPr id="14" name="Shape 11"/>
          <p:cNvSpPr/>
          <p:nvPr/>
        </p:nvSpPr>
        <p:spPr>
          <a:xfrm>
            <a:off x="6597396" y="2560320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66090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37476" y="2560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643116" y="324612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16305F"/>
          </a:solidFill>
          <a:ln/>
        </p:spPr>
      </p:sp>
      <p:sp>
        <p:nvSpPr>
          <p:cNvPr id="18" name="Text 14"/>
          <p:cNvSpPr/>
          <p:nvPr/>
        </p:nvSpPr>
        <p:spPr>
          <a:xfrm>
            <a:off x="6825996" y="33649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output_config: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format: { type: "json_schema"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43116" y="43891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構造化出力でAPI側に形式を保証させ、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JSON崩れを0件にした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設計で意識したこと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「その場の思いつき」で作らない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プロンプトも判断も、誰がやっても同じ結果になる「型」にすることを意識した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" y="237744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16305F"/>
          </a:solidFill>
          <a:ln/>
        </p:spPr>
      </p:sp>
      <p:sp>
        <p:nvSpPr>
          <p:cNvPr id="7" name="Shape 5"/>
          <p:cNvSpPr/>
          <p:nvPr/>
        </p:nvSpPr>
        <p:spPr>
          <a:xfrm>
            <a:off x="1065276" y="2697480"/>
            <a:ext cx="685800" cy="6858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294" y="2841498"/>
            <a:ext cx="397764" cy="397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5276" y="3566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プロンプトを型に固定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65276" y="42062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役割・流れ・質問方法・回答への対応・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禁止事項・出力形式 の6項目で統一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23076" y="237744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16305F"/>
          </a:solidFill>
          <a:ln/>
        </p:spPr>
      </p:sp>
      <p:sp>
        <p:nvSpPr>
          <p:cNvPr id="12" name="Shape 9"/>
          <p:cNvSpPr/>
          <p:nvPr/>
        </p:nvSpPr>
        <p:spPr>
          <a:xfrm>
            <a:off x="6643116" y="2697480"/>
            <a:ext cx="685800" cy="6858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134" y="2841498"/>
            <a:ext cx="397764" cy="3977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43116" y="3566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判断基準をルール化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43116" y="42062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デバッグは「ログ→事実→修正」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モデル選定は「品質 or 速度・コスト」で判断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90672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誰でも再現できる工夫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AIを使ったことがない人でも、型を埋めれば作れる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経験や勘に頼らず、決められた項目を埋めるだけで同じ品質の指示になるようにした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882396" y="2560320"/>
            <a:ext cx="502920" cy="50292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609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2476" y="2560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穴埋め式のプロンプト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28116" y="3291840"/>
            <a:ext cx="2199132" cy="457200"/>
          </a:xfrm>
          <a:prstGeom prst="roundRect">
            <a:avLst>
              <a:gd name="adj" fmla="val 14000"/>
            </a:avLst>
          </a:prstGeom>
          <a:solidFill>
            <a:srgbClr val="FF7A1A"/>
          </a:solidFill>
          <a:ln/>
        </p:spPr>
      </p:sp>
      <p:sp>
        <p:nvSpPr>
          <p:cNvPr id="11" name="Text 8"/>
          <p:cNvSpPr/>
          <p:nvPr/>
        </p:nvSpPr>
        <p:spPr>
          <a:xfrm>
            <a:off x="928116" y="3291840"/>
            <a:ext cx="2199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46704" y="3291840"/>
            <a:ext cx="2199132" cy="457200"/>
          </a:xfrm>
          <a:prstGeom prst="roundRect">
            <a:avLst>
              <a:gd name="adj" fmla="val 14000"/>
            </a:avLst>
          </a:prstGeom>
          <a:solidFill>
            <a:srgbClr val="FF7A1A"/>
          </a:solidFill>
          <a:ln/>
        </p:spPr>
      </p:sp>
      <p:sp>
        <p:nvSpPr>
          <p:cNvPr id="13" name="Text 10"/>
          <p:cNvSpPr/>
          <p:nvPr/>
        </p:nvSpPr>
        <p:spPr>
          <a:xfrm>
            <a:off x="3346704" y="3291840"/>
            <a:ext cx="2199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8116" y="3858768"/>
            <a:ext cx="2199132" cy="457200"/>
          </a:xfrm>
          <a:prstGeom prst="roundRect">
            <a:avLst>
              <a:gd name="adj" fmla="val 14000"/>
            </a:avLst>
          </a:prstGeom>
          <a:solidFill>
            <a:srgbClr val="FF7A1A"/>
          </a:solidFill>
          <a:ln/>
        </p:spPr>
      </p:sp>
      <p:sp>
        <p:nvSpPr>
          <p:cNvPr id="15" name="Text 12"/>
          <p:cNvSpPr/>
          <p:nvPr/>
        </p:nvSpPr>
        <p:spPr>
          <a:xfrm>
            <a:off x="928116" y="3858768"/>
            <a:ext cx="2199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質問方法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3858768"/>
            <a:ext cx="2199132" cy="457200"/>
          </a:xfrm>
          <a:prstGeom prst="roundRect">
            <a:avLst>
              <a:gd name="adj" fmla="val 14000"/>
            </a:avLst>
          </a:prstGeom>
          <a:solidFill>
            <a:srgbClr val="FF7A1A"/>
          </a:solidFill>
          <a:ln/>
        </p:spPr>
      </p:sp>
      <p:sp>
        <p:nvSpPr>
          <p:cNvPr id="17" name="Text 14"/>
          <p:cNvSpPr/>
          <p:nvPr/>
        </p:nvSpPr>
        <p:spPr>
          <a:xfrm>
            <a:off x="3346704" y="3858768"/>
            <a:ext cx="2199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回答への対応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28116" y="4425696"/>
            <a:ext cx="2199132" cy="457200"/>
          </a:xfrm>
          <a:prstGeom prst="roundRect">
            <a:avLst>
              <a:gd name="adj" fmla="val 14000"/>
            </a:avLst>
          </a:prstGeom>
          <a:solidFill>
            <a:srgbClr val="FF7A1A"/>
          </a:solidFill>
          <a:ln/>
        </p:spPr>
      </p:sp>
      <p:sp>
        <p:nvSpPr>
          <p:cNvPr id="19" name="Text 16"/>
          <p:cNvSpPr/>
          <p:nvPr/>
        </p:nvSpPr>
        <p:spPr>
          <a:xfrm>
            <a:off x="928116" y="4425696"/>
            <a:ext cx="2199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禁止事項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46704" y="4425696"/>
            <a:ext cx="2199132" cy="457200"/>
          </a:xfrm>
          <a:prstGeom prst="roundRect">
            <a:avLst>
              <a:gd name="adj" fmla="val 14000"/>
            </a:avLst>
          </a:prstGeom>
          <a:solidFill>
            <a:srgbClr val="FF7A1A"/>
          </a:solidFill>
          <a:ln/>
        </p:spPr>
      </p:sp>
      <p:sp>
        <p:nvSpPr>
          <p:cNvPr id="21" name="Text 18"/>
          <p:cNvSpPr/>
          <p:nvPr/>
        </p:nvSpPr>
        <p:spPr>
          <a:xfrm>
            <a:off x="3346704" y="4425696"/>
            <a:ext cx="2199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28116" y="5029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空欄を埋めるだけで、同じ構成の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指示書が誰でも作れる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323076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24" name="Shape 21"/>
          <p:cNvSpPr/>
          <p:nvPr/>
        </p:nvSpPr>
        <p:spPr>
          <a:xfrm>
            <a:off x="6597396" y="2560320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009" y="2665933"/>
            <a:ext cx="291694" cy="29169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37476" y="2560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3ステップの手順書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643116" y="324612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症状を言葉にする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643116" y="40142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生ログを出力する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（response.content / stop_reason）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643116" y="47823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ログの事実だけで直す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（推測で直さない）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643116" y="55961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初めてAIを触る人でも、同じ手順で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同じ精度の調査ができる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114800"/>
            <a:ext cx="4572000" cy="45720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83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一番の壁は「AIの出力を信頼できる形にすること」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構造化出力でJSON崩れを0件に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620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設計では「思いつき」を排除し、プロンプトと判断基準を型にした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82219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703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型と手順書があれば、AI未経験者でも同じ品質を再現できる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892040"/>
            <a:ext cx="7772400" cy="1280160"/>
          </a:xfrm>
          <a:prstGeom prst="roundRect">
            <a:avLst>
              <a:gd name="adj" fmla="val 10000"/>
            </a:avLst>
          </a:prstGeom>
          <a:solidFill>
            <a:srgbClr val="0E2149"/>
          </a:solidFill>
          <a:ln/>
        </p:spPr>
      </p:sp>
      <p:sp>
        <p:nvSpPr>
          <p:cNvPr id="14" name="Text 9"/>
          <p:cNvSpPr/>
          <p:nvPr/>
        </p:nvSpPr>
        <p:spPr>
          <a:xfrm>
            <a:off x="1005840" y="48920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ご清聴ありがとうございました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2026-07-17T09:37:37Z</dcterms:created>
  <dcterms:modified xsi:type="dcterms:W3CDTF">2026-07-17T09:37:37Z</dcterms:modified>
</cp:coreProperties>
</file>