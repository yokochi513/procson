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8869680" y="-365760"/>
            <a:ext cx="3931920" cy="2377440"/>
          </a:xfrm>
          <a:prstGeom prst="rtTriangle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▶ </a:t>
            </a:r>
            <a:r>
              <a:rPr sz="24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自己紹介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32688"/>
            <a:ext cx="10817352" cy="25603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6419088"/>
            <a:ext cx="146304" cy="146304"/>
          </a:xfrm>
          <a:prstGeom prst="ellipse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6364224"/>
            <a:ext cx="45720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683"/>
                </a:solidFill>
                <a:latin typeface="Yu Gothic"/>
                <a:ea typeface="Yu Gothic"/>
                <a:cs typeface="Yu Gothic"/>
              </a:rPr>
              <a:t>Self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70432"/>
            <a:ext cx="108173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70432"/>
            <a:ext cx="82296" cy="105156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016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6B7683"/>
                </a:solidFill>
                <a:latin typeface="Yu Gothic"/>
                <a:ea typeface="Yu Gothic"/>
                <a:cs typeface="Yu Gothic"/>
              </a:rPr>
              <a:t>○○大学 ○○学部 ○○学科　4年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7772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田中 太郎</a:t>
            </a:r>
            <a:r>
              <a:rPr sz="1300" b="0">
                <a:solidFill>
                  <a:srgbClr val="6B7683"/>
                </a:solidFill>
                <a:latin typeface="Yu Gothic"/>
                <a:ea typeface="Yu Gothic"/>
                <a:cs typeface="Yu Gothic"/>
              </a:rPr>
              <a:t>  Taro Tanaka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481328"/>
            <a:ext cx="1783080" cy="457200"/>
          </a:xfrm>
          <a:prstGeom prst="round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481328"/>
            <a:ext cx="1783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社会学 専攻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3471672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34716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34716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3197352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地域の </a:t>
            </a:r>
            <a:r>
              <a:rPr sz="16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情報格差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をテーマに研究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「技術が人にどう使われるか」に着目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8640" y="2468880"/>
            <a:ext cx="3471672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8640" y="2468880"/>
            <a:ext cx="34716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研究を通して感じたこと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8640" y="2971800"/>
            <a:ext cx="34716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800" y="3136392"/>
            <a:ext cx="3197352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ITが生活を変える可能性を実感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「使う側」から </a:t>
            </a:r>
            <a:r>
              <a:rPr sz="16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「作る側」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1480" y="2468880"/>
            <a:ext cx="3471672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2468880"/>
            <a:ext cx="347167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現在行っていること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1480" y="2971800"/>
            <a:ext cx="34716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8640" y="3136392"/>
            <a:ext cx="3197352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独学で </a:t>
            </a:r>
            <a:r>
              <a:rPr sz="16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プログラミング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を学習中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6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Python等で作業の自動化に挑戦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8869680" y="-365760"/>
            <a:ext cx="3931920" cy="2377440"/>
          </a:xfrm>
          <a:prstGeom prst="rtTriangle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▶ </a:t>
            </a:r>
            <a:r>
              <a:rPr sz="24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志望動機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32688"/>
            <a:ext cx="10817352" cy="25603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6419088"/>
            <a:ext cx="146304" cy="146304"/>
          </a:xfrm>
          <a:prstGeom prst="ellipse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6364224"/>
            <a:ext cx="45720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683"/>
                </a:solidFill>
                <a:latin typeface="Yu Gothic"/>
                <a:ea typeface="Yu Gothic"/>
                <a:cs typeface="Yu Gothic"/>
              </a:rPr>
              <a:t>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108173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91440" cy="1874519"/>
          </a:xfrm>
          <a:prstGeom prst="rect">
            <a:avLst/>
          </a:prstGeom>
          <a:solidFill>
            <a:srgbClr val="1F7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8988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POINT ─ ひとことで言うと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47088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“</a:t>
            </a:r>
            <a:r>
              <a:rPr sz="26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人に寄り添うものづくり</a:t>
            </a:r>
            <a:r>
              <a:rPr sz="26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” に、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強く共感したからです。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19272"/>
            <a:ext cx="10817352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19272"/>
            <a:ext cx="10817352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動機の補足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22191"/>
            <a:ext cx="1081735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39"/>
            <a:ext cx="102412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文系で培った</a:t>
            </a:r>
            <a:r>
              <a:rPr sz="17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人間理解の視点</a:t>
            </a: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を活かせるから。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非エンジニアの視点を強みに、使いやすいシステムづくりに貢献したいと考えています。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8869680" y="-365760"/>
            <a:ext cx="3931920" cy="2377440"/>
          </a:xfrm>
          <a:prstGeom prst="rtTriangle">
            <a:avLst/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▶ </a:t>
            </a:r>
            <a:r>
              <a:rPr sz="24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自己PR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32688"/>
            <a:ext cx="10817352" cy="25603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6419088"/>
            <a:ext cx="146304" cy="146304"/>
          </a:xfrm>
          <a:prstGeom prst="ellipse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6364224"/>
            <a:ext cx="457200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683"/>
                </a:solidFill>
                <a:latin typeface="Yu Gothic"/>
                <a:ea typeface="Yu Gothic"/>
                <a:cs typeface="Yu Gothic"/>
              </a:rPr>
              <a:t>Self Promotion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10817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91440" cy="1783080"/>
          </a:xfrm>
          <a:prstGeom prst="rect">
            <a:avLst/>
          </a:prstGeom>
          <a:solidFill>
            <a:srgbClr val="1F7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MY STRENGTH ─ 私の強み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792224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課題を分解し、</a:t>
            </a:r>
            <a:r>
              <a:rPr sz="26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周囲を巻き込みながら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73D63"/>
                </a:solidFill>
                <a:latin typeface="Yu Gothic"/>
                <a:ea typeface="Yu Gothic"/>
                <a:cs typeface="Yu Gothic"/>
              </a:rPr>
              <a:t>解決に導く力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27832"/>
            <a:ext cx="5280660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52806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強みの根拠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30752"/>
            <a:ext cx="52806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67912"/>
            <a:ext cx="4777740" cy="21214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集計自動化で作業時間を </a:t>
            </a:r>
            <a:r>
              <a:rPr sz="1700" b="1">
                <a:solidFill>
                  <a:srgbClr val="1F7FC0"/>
                </a:solidFill>
                <a:latin typeface="Yu Gothic"/>
                <a:ea typeface="Yu Gothic"/>
                <a:cs typeface="Yu Gothic"/>
              </a:rPr>
              <a:t>約6割削減</a:t>
            </a: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工程を分解し、周囲を巻き込んで改善しました。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492" y="3227832"/>
            <a:ext cx="5280660" cy="502920"/>
          </a:xfrm>
          <a:prstGeom prst="rect">
            <a:avLst/>
          </a:prstGeom>
          <a:solidFill>
            <a:srgbClr val="17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27832"/>
            <a:ext cx="528066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入社後の活かし方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2" y="3730752"/>
            <a:ext cx="52806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8524" y="3867912"/>
            <a:ext cx="4777740" cy="21214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複雑な要件を構造化して開発に活かす。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F36"/>
                </a:solidFill>
                <a:latin typeface="Yu Gothic"/>
                <a:ea typeface="Yu Gothic"/>
                <a:cs typeface="Yu Gothic"/>
              </a:rPr>
              <a:t>対話で周囲を巻き込み、前進させます。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