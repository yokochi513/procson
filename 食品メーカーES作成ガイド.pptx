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D9603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291840" cy="3291840"/>
          </a:xfrm>
          <a:prstGeom prst="ellipse">
            <a:avLst/>
          </a:prstGeom>
          <a:solidFill>
            <a:srgbClr val="E8A54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MAKER  ·  ENTRY SHEET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食品メーカー向け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エントリーシート 作成ガイド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選考で高評価を得るための「志望動機・ガクチカ・自己PR・商品提案・キャリアプラン」— 5つの必須項目を、例文と採用担当者の視点で解説。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77824" y="6080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必須項目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5257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21024" y="6080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字目安 / 項目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5257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4224" y="6080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チェックリスト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ESで問われる5つの必須項目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95528" y="1234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それぞれで「なぜ食か・なぜその会社か」を、原体験と数字で語ることが評価の分かれ目。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58568"/>
            <a:ext cx="566928" cy="566928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2768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志望動機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017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原体験 × 企業理解 × 入社後の貢献イメージ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258568"/>
            <a:ext cx="566928" cy="566928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22768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ガクチカ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18888" y="3017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STAR法で課題→行動→定量成果を論理的に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7532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258568"/>
            <a:ext cx="566928" cy="566928"/>
          </a:xfrm>
          <a:prstGeom prst="ellipse">
            <a:avLst/>
          </a:prstGeom>
          <a:solidFill>
            <a:srgbClr val="7FA37E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0" y="22768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自己PR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67928" y="3017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強みを具体エピソードと再現性で裏づける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251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4544568"/>
            <a:ext cx="566928" cy="566928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544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37360" y="45628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商品提案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69848" y="5303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愛着 × 市場トレンドに基づく建設的な提案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26280" y="4251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4544568"/>
            <a:ext cx="566928" cy="566928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544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0" y="45628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キャリアプラン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18888" y="5303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短期の下積み〜中長期の目標を一本の線で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志望動機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0" y="65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2B17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例文タイトル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食を通じて「健康と笑顔」を毎日の食卓に届けたい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3886200"/>
            <a:ext cx="5257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A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上の理由で食事制限を経験し、食が心の豊かさや活力に与える影響の大きさを実感。「美味しさ」と「高い栄養価値」を両立する貴社に共感し、マーケティング職として新たな『食習慣』を提案し、より多くの食卓へ届ける架け橋になりたい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採用担当者が評価するポイント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96912" y="242316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0688" y="211226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原体験との結びつき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なぜ食・なぜ健康領域なのかに説得力を持たせる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040880" y="34290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388620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3575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企業・商品への深い理解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特定の商品名を挙げ、強み・魅力を言語化する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489204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534924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0688" y="503834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入社後の貢献イメージ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職種とやりたいことを明確に結びつける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ガクチカ（学生時代に力を入れたこと）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0" y="65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2B17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例文タイトル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ニーズ分析に基づく新商品提案で店舗売上を20%向上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3886200"/>
            <a:ext cx="5257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A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夕方の来店客数の伸び悩みと廃棄ロスに着目。顧客ヒアリングから『手軽な軽食』需要を発見し、余剰パン生地を活かした一口デリパンを店長と商品化。夕方客数25%増・食品ロス30%削減・店舗売上20%向上を実現した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採用担当者が評価するポイント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96912" y="242316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0688" y="211226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STAR法の徹底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状況→課題→行動→結果が論理的につながる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040880" y="34290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388620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3575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定量的な成果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25%増・30%削減など数値で客観性を持たせる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489204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534924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0688" y="503834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食品業界との親和性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商品開発・ロス削減が現場に直結する強み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7FA37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自己PR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0" y="65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2B17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例文タイトル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ニーズを汲み取り着実に形にする「粘り強い課題解決力」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FA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3886200"/>
            <a:ext cx="5257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A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活性化サークルで商品企画のリーダーを担当。試作の評価が伸びず士気が低下する中、個別面談と主婦層100名への現地インタビューを実施。『調理時間の短縮』へコンセプトを再設計し、50回以上の試作の末に道の駅で完売する人気商品を完成させた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採用担当者が評価するポイント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96912" y="2423160"/>
            <a:ext cx="347472" cy="347472"/>
          </a:xfrm>
          <a:prstGeom prst="ellipse">
            <a:avLst/>
          </a:prstGeom>
          <a:solidFill>
            <a:srgbClr val="7FA37E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0688" y="211226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具体的な行動エピソード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100名インタビュー・50回試作で行動の密度を示す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040880" y="34290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3886200"/>
            <a:ext cx="347472" cy="347472"/>
          </a:xfrm>
          <a:prstGeom prst="ellipse">
            <a:avLst/>
          </a:prstGeom>
          <a:solidFill>
            <a:srgbClr val="7FA37E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3575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再現性の提示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強みが貴社の仕事でどう活きるかが明確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489204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5349240"/>
            <a:ext cx="347472" cy="347472"/>
          </a:xfrm>
          <a:prstGeom prst="ellipse">
            <a:avLst/>
          </a:prstGeom>
          <a:solidFill>
            <a:srgbClr val="7FA37E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0688" y="503834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巻き込み力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周囲を動かしチームで成果を出した点を訴求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自社商品への想い・改善提案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0" y="65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2B17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例文タイトル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『○○』のZ世代向けパッケージ・容量最適化の提案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3886200"/>
            <a:ext cx="5257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A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幼少期から愛飲する代表商品の品質を魅力と捉えつつ、ファン層拡大へ『Z世代向けの小容量・個包装タイプ』を提案。単身世帯増加やタイパ志向を背景に、持ち運びやすくSNS映えする個食タイプで“パーソナルユース”の飲用シーンを創出する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採用担当者が評価するポイント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96912" y="242316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0688" y="211226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リスペクトと客観的視点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愛着を示しつつ批判的にならず建設的に提案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040880" y="34290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388620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3575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市場トレンドの把握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単身世帯増加・タイパ・個食など背景に基づく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489204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5349240"/>
            <a:ext cx="347472" cy="347472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0688" y="503834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新シーンの創出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オフィスや学校での新たな利用機会を描く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入社後に挑戦したいこと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0" y="65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2B17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例文タイトル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食のグローバル展開で世界に新しい食体験を届ける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3886200"/>
            <a:ext cx="5257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A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南アジア留学で高品質な加工食品へのニーズの高まりを実感。1〜2年目は国内営業で店舗マーケティングと商談の基礎を磨き、その後は海外事業部で現地パートナーと協働し販路開拓。『日本の美味しい食』を世界基準にし、グローバルシェア拡大に貢献する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採用担当者が評価するポイント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96912" y="242316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0688" y="211226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短期・中長期のステップ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下積みから目標までロードマップを描く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040880" y="34290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388620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3575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企業の成長戦略との合致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海外展開など事業方針と目指す姿が一致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489204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5349240"/>
            <a:ext cx="347472" cy="34747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0688" y="503834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リアリティ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具体的な年次計画で説得力を持たせる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E8A5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提出前チェックリスト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95528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この5点を満たせば、他社でも言える“ありきたりなES”から抜け出せる。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3A241C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21854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603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85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0116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なぜ「食」・なぜ「その会社」か   </a:t>
            </a:r>
            <a:pPr indent="0" marL="0">
              <a:buNone/>
            </a:pPr>
            <a:r>
              <a:rPr lang="en-US" sz="1300" dirty="0">
                <a:solidFill>
                  <a:srgbClr val="D7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他社でも言える内容になっていないか区別する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3A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30998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603B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099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ビジネスとしての視点   </a:t>
            </a:r>
            <a:pPr indent="0" marL="0">
              <a:buNone/>
            </a:pPr>
            <a:r>
              <a:rPr lang="en-US" sz="1300" dirty="0">
                <a:solidFill>
                  <a:srgbClr val="D7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商品愛だけでなく顧客・市場・利益の観点を含む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8404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3A241C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40142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603B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4014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8404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数字で具体化   </a:t>
            </a:r>
            <a:pPr indent="0" marL="0">
              <a:buNone/>
            </a:pPr>
            <a:r>
              <a:rPr lang="en-US" sz="1300" dirty="0">
                <a:solidFill>
                  <a:srgbClr val="D7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人数・期間・パーセンテージで表現できているか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3A241C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49286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603B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4928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47548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結論ファースト（PREP法）   </a:t>
            </a:r>
            <a:pPr indent="0" marL="0">
              <a:buNone/>
            </a:pPr>
            <a:r>
              <a:rPr lang="en-US" sz="1300" dirty="0">
                <a:solidFill>
                  <a:srgbClr val="D7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読みやすい構成で結論から書けているか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56692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3A241C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" y="58430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603B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" y="5843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56692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文字数の充足   </a:t>
            </a:r>
            <a:pPr indent="0" marL="0">
              <a:buNone/>
            </a:pPr>
            <a:r>
              <a:rPr lang="en-US" sz="1300" dirty="0">
                <a:solidFill>
                  <a:srgbClr val="D7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指定字数の8〜9割以上を埋められているか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D9603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採用担当者は「あなたらしさ」を見ている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原体験 × 企業理解 × 数字。この3つを一本の線でつなぎ、あなただけのESを完成させよう。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D960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食を、あなたの言葉で。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2026-07-17T21:27:41Z</dcterms:created>
  <dcterms:modified xsi:type="dcterms:W3CDTF">2026-07-17T21:27:41Z</dcterms:modified>
</cp:coreProperties>
</file>